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57" r:id="rId3"/>
    <p:sldId id="258" r:id="rId4"/>
    <p:sldId id="259" r:id="rId5"/>
    <p:sldId id="273" r:id="rId6"/>
    <p:sldId id="260" r:id="rId7"/>
    <p:sldId id="261" r:id="rId8"/>
    <p:sldId id="274" r:id="rId9"/>
    <p:sldId id="275" r:id="rId10"/>
    <p:sldId id="276" r:id="rId11"/>
    <p:sldId id="277" r:id="rId12"/>
    <p:sldId id="278" r:id="rId13"/>
    <p:sldId id="262" r:id="rId14"/>
    <p:sldId id="263" r:id="rId15"/>
    <p:sldId id="264" r:id="rId16"/>
    <p:sldId id="266" r:id="rId17"/>
    <p:sldId id="267" r:id="rId18"/>
    <p:sldId id="268" r:id="rId19"/>
    <p:sldId id="269" r:id="rId20"/>
    <p:sldId id="270" r:id="rId21"/>
    <p:sldId id="271"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4"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97A61C-E95E-44B9-B3C6-AC9532B0F2BD}" v="11" dt="2026-07-09T06:17:59.730"/>
  </p1510:revLst>
</p1510:revInfo>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013"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ti Sucharitha" userId="eca14c73cd10ee0d" providerId="LiveId" clId="{A08D702E-62A9-4D4B-BD93-8CC1EAB21CD0}"/>
    <pc:docChg chg="custSel addSld delSld modSld">
      <pc:chgData name="Manti Sucharitha" userId="eca14c73cd10ee0d" providerId="LiveId" clId="{A08D702E-62A9-4D4B-BD93-8CC1EAB21CD0}" dt="2026-07-09T06:17:39.965" v="180" actId="20577"/>
      <pc:docMkLst>
        <pc:docMk/>
      </pc:docMkLst>
      <pc:sldChg chg="modSp mod">
        <pc:chgData name="Manti Sucharitha" userId="eca14c73cd10ee0d" providerId="LiveId" clId="{A08D702E-62A9-4D4B-BD93-8CC1EAB21CD0}" dt="2026-07-09T05:48:05.887" v="17" actId="404"/>
        <pc:sldMkLst>
          <pc:docMk/>
          <pc:sldMk cId="0" sldId="257"/>
        </pc:sldMkLst>
        <pc:spChg chg="mod">
          <ac:chgData name="Manti Sucharitha" userId="eca14c73cd10ee0d" providerId="LiveId" clId="{A08D702E-62A9-4D4B-BD93-8CC1EAB21CD0}" dt="2026-07-09T05:48:05.887" v="17" actId="404"/>
          <ac:spMkLst>
            <pc:docMk/>
            <pc:sldMk cId="0" sldId="257"/>
            <ac:spMk id="88" creationId="{00000000-0000-0000-0000-000000000000}"/>
          </ac:spMkLst>
        </pc:spChg>
        <pc:spChg chg="mod">
          <ac:chgData name="Manti Sucharitha" userId="eca14c73cd10ee0d" providerId="LiveId" clId="{A08D702E-62A9-4D4B-BD93-8CC1EAB21CD0}" dt="2026-07-09T05:47:56.692" v="13" actId="403"/>
          <ac:spMkLst>
            <pc:docMk/>
            <pc:sldMk cId="0" sldId="257"/>
            <ac:spMk id="89" creationId="{00000000-0000-0000-0000-000000000000}"/>
          </ac:spMkLst>
        </pc:spChg>
      </pc:sldChg>
      <pc:sldChg chg="modSp mod">
        <pc:chgData name="Manti Sucharitha" userId="eca14c73cd10ee0d" providerId="LiveId" clId="{A08D702E-62A9-4D4B-BD93-8CC1EAB21CD0}" dt="2026-07-09T05:51:07.751" v="50" actId="113"/>
        <pc:sldMkLst>
          <pc:docMk/>
          <pc:sldMk cId="0" sldId="258"/>
        </pc:sldMkLst>
        <pc:spChg chg="mod">
          <ac:chgData name="Manti Sucharitha" userId="eca14c73cd10ee0d" providerId="LiveId" clId="{A08D702E-62A9-4D4B-BD93-8CC1EAB21CD0}" dt="2026-07-09T05:51:07.751" v="50" actId="113"/>
          <ac:spMkLst>
            <pc:docMk/>
            <pc:sldMk cId="0" sldId="258"/>
            <ac:spMk id="95" creationId="{00000000-0000-0000-0000-000000000000}"/>
          </ac:spMkLst>
        </pc:spChg>
        <pc:spChg chg="mod">
          <ac:chgData name="Manti Sucharitha" userId="eca14c73cd10ee0d" providerId="LiveId" clId="{A08D702E-62A9-4D4B-BD93-8CC1EAB21CD0}" dt="2026-07-09T05:49:31.257" v="33" actId="14100"/>
          <ac:spMkLst>
            <pc:docMk/>
            <pc:sldMk cId="0" sldId="258"/>
            <ac:spMk id="96" creationId="{00000000-0000-0000-0000-000000000000}"/>
          </ac:spMkLst>
        </pc:spChg>
      </pc:sldChg>
      <pc:sldChg chg="modSp mod">
        <pc:chgData name="Manti Sucharitha" userId="eca14c73cd10ee0d" providerId="LiveId" clId="{A08D702E-62A9-4D4B-BD93-8CC1EAB21CD0}" dt="2026-07-09T05:52:34.585" v="63" actId="20577"/>
        <pc:sldMkLst>
          <pc:docMk/>
          <pc:sldMk cId="0" sldId="259"/>
        </pc:sldMkLst>
        <pc:spChg chg="mod">
          <ac:chgData name="Manti Sucharitha" userId="eca14c73cd10ee0d" providerId="LiveId" clId="{A08D702E-62A9-4D4B-BD93-8CC1EAB21CD0}" dt="2026-07-09T05:52:34.585" v="63" actId="20577"/>
          <ac:spMkLst>
            <pc:docMk/>
            <pc:sldMk cId="0" sldId="259"/>
            <ac:spMk id="101" creationId="{00000000-0000-0000-0000-000000000000}"/>
          </ac:spMkLst>
        </pc:spChg>
      </pc:sldChg>
      <pc:sldChg chg="addSp delSp modSp mod">
        <pc:chgData name="Manti Sucharitha" userId="eca14c73cd10ee0d" providerId="LiveId" clId="{A08D702E-62A9-4D4B-BD93-8CC1EAB21CD0}" dt="2026-07-09T06:06:41.181" v="109" actId="14100"/>
        <pc:sldMkLst>
          <pc:docMk/>
          <pc:sldMk cId="0" sldId="262"/>
        </pc:sldMkLst>
        <pc:picChg chg="del">
          <ac:chgData name="Manti Sucharitha" userId="eca14c73cd10ee0d" providerId="LiveId" clId="{A08D702E-62A9-4D4B-BD93-8CC1EAB21CD0}" dt="2026-07-09T06:02:06.517" v="93" actId="21"/>
          <ac:picMkLst>
            <pc:docMk/>
            <pc:sldMk cId="0" sldId="262"/>
            <ac:picMk id="3" creationId="{8E773687-BB36-3B21-8468-85CA8474A9C0}"/>
          </ac:picMkLst>
        </pc:picChg>
        <pc:picChg chg="add del mod">
          <ac:chgData name="Manti Sucharitha" userId="eca14c73cd10ee0d" providerId="LiveId" clId="{A08D702E-62A9-4D4B-BD93-8CC1EAB21CD0}" dt="2026-07-09T06:02:44.541" v="95" actId="21"/>
          <ac:picMkLst>
            <pc:docMk/>
            <pc:sldMk cId="0" sldId="262"/>
            <ac:picMk id="4" creationId="{97E3CCE1-0837-334A-D23E-45A5FC33E2DD}"/>
          </ac:picMkLst>
        </pc:picChg>
        <pc:picChg chg="add del mod">
          <ac:chgData name="Manti Sucharitha" userId="eca14c73cd10ee0d" providerId="LiveId" clId="{A08D702E-62A9-4D4B-BD93-8CC1EAB21CD0}" dt="2026-07-09T06:05:20.685" v="101" actId="21"/>
          <ac:picMkLst>
            <pc:docMk/>
            <pc:sldMk cId="0" sldId="262"/>
            <ac:picMk id="6" creationId="{EF889AF7-6C4E-D298-637F-187C246E38C5}"/>
          </ac:picMkLst>
        </pc:picChg>
        <pc:picChg chg="add mod">
          <ac:chgData name="Manti Sucharitha" userId="eca14c73cd10ee0d" providerId="LiveId" clId="{A08D702E-62A9-4D4B-BD93-8CC1EAB21CD0}" dt="2026-07-09T06:06:41.181" v="109" actId="14100"/>
          <ac:picMkLst>
            <pc:docMk/>
            <pc:sldMk cId="0" sldId="262"/>
            <ac:picMk id="8" creationId="{3B8DFB67-8709-0332-373C-D94AB8ED1623}"/>
          </ac:picMkLst>
        </pc:picChg>
      </pc:sldChg>
      <pc:sldChg chg="addSp delSp modSp mod">
        <pc:chgData name="Manti Sucharitha" userId="eca14c73cd10ee0d" providerId="LiveId" clId="{A08D702E-62A9-4D4B-BD93-8CC1EAB21CD0}" dt="2026-07-09T06:06:03.967" v="106" actId="14100"/>
        <pc:sldMkLst>
          <pc:docMk/>
          <pc:sldMk cId="0" sldId="263"/>
        </pc:sldMkLst>
        <pc:picChg chg="add mod">
          <ac:chgData name="Manti Sucharitha" userId="eca14c73cd10ee0d" providerId="LiveId" clId="{A08D702E-62A9-4D4B-BD93-8CC1EAB21CD0}" dt="2026-07-09T06:06:03.967" v="106" actId="14100"/>
          <ac:picMkLst>
            <pc:docMk/>
            <pc:sldMk cId="0" sldId="263"/>
            <ac:picMk id="3" creationId="{3EE413B5-52D7-FBF0-AD71-6AB0CCDDCEE6}"/>
          </ac:picMkLst>
        </pc:picChg>
        <pc:picChg chg="del">
          <ac:chgData name="Manti Sucharitha" userId="eca14c73cd10ee0d" providerId="LiveId" clId="{A08D702E-62A9-4D4B-BD93-8CC1EAB21CD0}" dt="2026-07-09T06:05:43.582" v="102" actId="21"/>
          <ac:picMkLst>
            <pc:docMk/>
            <pc:sldMk cId="0" sldId="263"/>
            <ac:picMk id="7" creationId="{5722CD99-A6DC-BA7F-C775-B05085E0A469}"/>
          </ac:picMkLst>
        </pc:picChg>
      </pc:sldChg>
      <pc:sldChg chg="modSp mod">
        <pc:chgData name="Manti Sucharitha" userId="eca14c73cd10ee0d" providerId="LiveId" clId="{A08D702E-62A9-4D4B-BD93-8CC1EAB21CD0}" dt="2026-07-09T06:07:46.843" v="119" actId="113"/>
        <pc:sldMkLst>
          <pc:docMk/>
          <pc:sldMk cId="0" sldId="264"/>
        </pc:sldMkLst>
        <pc:spChg chg="mod">
          <ac:chgData name="Manti Sucharitha" userId="eca14c73cd10ee0d" providerId="LiveId" clId="{A08D702E-62A9-4D4B-BD93-8CC1EAB21CD0}" dt="2026-07-09T06:07:46.843" v="119" actId="113"/>
          <ac:spMkLst>
            <pc:docMk/>
            <pc:sldMk cId="0" sldId="264"/>
            <ac:spMk id="139" creationId="{00000000-0000-0000-0000-000000000000}"/>
          </ac:spMkLst>
        </pc:spChg>
      </pc:sldChg>
      <pc:sldChg chg="modSp mod">
        <pc:chgData name="Manti Sucharitha" userId="eca14c73cd10ee0d" providerId="LiveId" clId="{A08D702E-62A9-4D4B-BD93-8CC1EAB21CD0}" dt="2026-07-09T06:08:22.190" v="123" actId="20577"/>
        <pc:sldMkLst>
          <pc:docMk/>
          <pc:sldMk cId="0" sldId="266"/>
        </pc:sldMkLst>
        <pc:spChg chg="mod">
          <ac:chgData name="Manti Sucharitha" userId="eca14c73cd10ee0d" providerId="LiveId" clId="{A08D702E-62A9-4D4B-BD93-8CC1EAB21CD0}" dt="2026-07-09T06:08:22.190" v="123" actId="20577"/>
          <ac:spMkLst>
            <pc:docMk/>
            <pc:sldMk cId="0" sldId="266"/>
            <ac:spMk id="158" creationId="{00000000-0000-0000-0000-000000000000}"/>
          </ac:spMkLst>
        </pc:spChg>
      </pc:sldChg>
      <pc:sldChg chg="modSp mod">
        <pc:chgData name="Manti Sucharitha" userId="eca14c73cd10ee0d" providerId="LiveId" clId="{A08D702E-62A9-4D4B-BD93-8CC1EAB21CD0}" dt="2026-07-09T06:17:39.965" v="180" actId="20577"/>
        <pc:sldMkLst>
          <pc:docMk/>
          <pc:sldMk cId="0" sldId="267"/>
        </pc:sldMkLst>
        <pc:spChg chg="mod">
          <ac:chgData name="Manti Sucharitha" userId="eca14c73cd10ee0d" providerId="LiveId" clId="{A08D702E-62A9-4D4B-BD93-8CC1EAB21CD0}" dt="2026-07-09T06:17:39.965" v="180" actId="20577"/>
          <ac:spMkLst>
            <pc:docMk/>
            <pc:sldMk cId="0" sldId="267"/>
            <ac:spMk id="164" creationId="{00000000-0000-0000-0000-000000000000}"/>
          </ac:spMkLst>
        </pc:spChg>
      </pc:sldChg>
      <pc:sldChg chg="modSp mod">
        <pc:chgData name="Manti Sucharitha" userId="eca14c73cd10ee0d" providerId="LiveId" clId="{A08D702E-62A9-4D4B-BD93-8CC1EAB21CD0}" dt="2026-07-09T06:10:33.382" v="166" actId="5793"/>
        <pc:sldMkLst>
          <pc:docMk/>
          <pc:sldMk cId="0" sldId="268"/>
        </pc:sldMkLst>
        <pc:spChg chg="mod">
          <ac:chgData name="Manti Sucharitha" userId="eca14c73cd10ee0d" providerId="LiveId" clId="{A08D702E-62A9-4D4B-BD93-8CC1EAB21CD0}" dt="2026-07-09T06:10:33.382" v="166" actId="5793"/>
          <ac:spMkLst>
            <pc:docMk/>
            <pc:sldMk cId="0" sldId="268"/>
            <ac:spMk id="173" creationId="{00000000-0000-0000-0000-000000000000}"/>
          </ac:spMkLst>
        </pc:spChg>
      </pc:sldChg>
      <pc:sldChg chg="del">
        <pc:chgData name="Manti Sucharitha" userId="eca14c73cd10ee0d" providerId="LiveId" clId="{A08D702E-62A9-4D4B-BD93-8CC1EAB21CD0}" dt="2026-07-09T05:51:18.191" v="51" actId="2696"/>
        <pc:sldMkLst>
          <pc:docMk/>
          <pc:sldMk cId="2180475060" sldId="272"/>
        </pc:sldMkLst>
      </pc:sldChg>
      <pc:sldChg chg="modSp mod">
        <pc:chgData name="Manti Sucharitha" userId="eca14c73cd10ee0d" providerId="LiveId" clId="{A08D702E-62A9-4D4B-BD93-8CC1EAB21CD0}" dt="2026-07-09T05:52:52.247" v="66" actId="14100"/>
        <pc:sldMkLst>
          <pc:docMk/>
          <pc:sldMk cId="330011502" sldId="273"/>
        </pc:sldMkLst>
        <pc:spChg chg="mod">
          <ac:chgData name="Manti Sucharitha" userId="eca14c73cd10ee0d" providerId="LiveId" clId="{A08D702E-62A9-4D4B-BD93-8CC1EAB21CD0}" dt="2026-07-09T05:52:52.247" v="66" actId="14100"/>
          <ac:spMkLst>
            <pc:docMk/>
            <pc:sldMk cId="330011502" sldId="273"/>
            <ac:spMk id="2" creationId="{8E322DBE-68C3-663A-E1E9-937D5FE9D1BA}"/>
          </ac:spMkLst>
        </pc:spChg>
      </pc:sldChg>
      <pc:sldChg chg="addSp delSp modSp mod">
        <pc:chgData name="Manti Sucharitha" userId="eca14c73cd10ee0d" providerId="LiveId" clId="{A08D702E-62A9-4D4B-BD93-8CC1EAB21CD0}" dt="2026-07-09T05:58:07.576" v="70" actId="14100"/>
        <pc:sldMkLst>
          <pc:docMk/>
          <pc:sldMk cId="2634080004" sldId="274"/>
        </pc:sldMkLst>
        <pc:picChg chg="del">
          <ac:chgData name="Manti Sucharitha" userId="eca14c73cd10ee0d" providerId="LiveId" clId="{A08D702E-62A9-4D4B-BD93-8CC1EAB21CD0}" dt="2026-07-09T05:57:49.110" v="67" actId="21"/>
          <ac:picMkLst>
            <pc:docMk/>
            <pc:sldMk cId="2634080004" sldId="274"/>
            <ac:picMk id="3" creationId="{12F922F5-9612-FC65-EF60-C0357ED5FF32}"/>
          </ac:picMkLst>
        </pc:picChg>
        <pc:picChg chg="add mod">
          <ac:chgData name="Manti Sucharitha" userId="eca14c73cd10ee0d" providerId="LiveId" clId="{A08D702E-62A9-4D4B-BD93-8CC1EAB21CD0}" dt="2026-07-09T05:58:07.576" v="70" actId="14100"/>
          <ac:picMkLst>
            <pc:docMk/>
            <pc:sldMk cId="2634080004" sldId="274"/>
            <ac:picMk id="4" creationId="{21F9D083-9464-4E87-291E-D32DA3ACEB25}"/>
          </ac:picMkLst>
        </pc:picChg>
      </pc:sldChg>
      <pc:sldChg chg="addSp delSp modSp mod">
        <pc:chgData name="Manti Sucharitha" userId="eca14c73cd10ee0d" providerId="LiveId" clId="{A08D702E-62A9-4D4B-BD93-8CC1EAB21CD0}" dt="2026-07-09T05:59:39.289" v="78" actId="14100"/>
        <pc:sldMkLst>
          <pc:docMk/>
          <pc:sldMk cId="2111577316" sldId="275"/>
        </pc:sldMkLst>
        <pc:picChg chg="del">
          <ac:chgData name="Manti Sucharitha" userId="eca14c73cd10ee0d" providerId="LiveId" clId="{A08D702E-62A9-4D4B-BD93-8CC1EAB21CD0}" dt="2026-07-09T05:58:19.273" v="71" actId="21"/>
          <ac:picMkLst>
            <pc:docMk/>
            <pc:sldMk cId="2111577316" sldId="275"/>
            <ac:picMk id="3" creationId="{A66CCEB2-A1C8-0E0D-C271-A0685C558CA7}"/>
          </ac:picMkLst>
        </pc:picChg>
        <pc:picChg chg="add del">
          <ac:chgData name="Manti Sucharitha" userId="eca14c73cd10ee0d" providerId="LiveId" clId="{A08D702E-62A9-4D4B-BD93-8CC1EAB21CD0}" dt="2026-07-09T05:58:37.113" v="73" actId="21"/>
          <ac:picMkLst>
            <pc:docMk/>
            <pc:sldMk cId="2111577316" sldId="275"/>
            <ac:picMk id="4" creationId="{47BBCDAB-94F0-E2C8-67B8-B5E3008A4053}"/>
          </ac:picMkLst>
        </pc:picChg>
        <pc:picChg chg="add del mod">
          <ac:chgData name="Manti Sucharitha" userId="eca14c73cd10ee0d" providerId="LiveId" clId="{A08D702E-62A9-4D4B-BD93-8CC1EAB21CD0}" dt="2026-07-09T05:59:06.617" v="75" actId="21"/>
          <ac:picMkLst>
            <pc:docMk/>
            <pc:sldMk cId="2111577316" sldId="275"/>
            <ac:picMk id="6" creationId="{A5F14838-C484-06C5-49E6-EBA6315E3AD2}"/>
          </ac:picMkLst>
        </pc:picChg>
        <pc:picChg chg="add mod">
          <ac:chgData name="Manti Sucharitha" userId="eca14c73cd10ee0d" providerId="LiveId" clId="{A08D702E-62A9-4D4B-BD93-8CC1EAB21CD0}" dt="2026-07-09T05:59:39.289" v="78" actId="14100"/>
          <ac:picMkLst>
            <pc:docMk/>
            <pc:sldMk cId="2111577316" sldId="275"/>
            <ac:picMk id="8" creationId="{504AB54A-DD9F-C50A-5553-E2C595068A7F}"/>
          </ac:picMkLst>
        </pc:picChg>
      </pc:sldChg>
      <pc:sldChg chg="addSp delSp modSp mod">
        <pc:chgData name="Manti Sucharitha" userId="eca14c73cd10ee0d" providerId="LiveId" clId="{A08D702E-62A9-4D4B-BD93-8CC1EAB21CD0}" dt="2026-07-09T06:00:14.021" v="83" actId="14100"/>
        <pc:sldMkLst>
          <pc:docMk/>
          <pc:sldMk cId="2195650920" sldId="276"/>
        </pc:sldMkLst>
        <pc:picChg chg="del">
          <ac:chgData name="Manti Sucharitha" userId="eca14c73cd10ee0d" providerId="LiveId" clId="{A08D702E-62A9-4D4B-BD93-8CC1EAB21CD0}" dt="2026-07-09T05:59:47.162" v="79" actId="21"/>
          <ac:picMkLst>
            <pc:docMk/>
            <pc:sldMk cId="2195650920" sldId="276"/>
            <ac:picMk id="3" creationId="{8B7E1235-A36F-2CCD-EAE5-46B35737B276}"/>
          </ac:picMkLst>
        </pc:picChg>
        <pc:picChg chg="add mod">
          <ac:chgData name="Manti Sucharitha" userId="eca14c73cd10ee0d" providerId="LiveId" clId="{A08D702E-62A9-4D4B-BD93-8CC1EAB21CD0}" dt="2026-07-09T06:00:14.021" v="83" actId="14100"/>
          <ac:picMkLst>
            <pc:docMk/>
            <pc:sldMk cId="2195650920" sldId="276"/>
            <ac:picMk id="4" creationId="{952737A3-EED0-FE1C-254A-3DD0C5CB0272}"/>
          </ac:picMkLst>
        </pc:picChg>
      </pc:sldChg>
      <pc:sldChg chg="addSp delSp modSp mod">
        <pc:chgData name="Manti Sucharitha" userId="eca14c73cd10ee0d" providerId="LiveId" clId="{A08D702E-62A9-4D4B-BD93-8CC1EAB21CD0}" dt="2026-07-09T06:00:54.250" v="87" actId="14100"/>
        <pc:sldMkLst>
          <pc:docMk/>
          <pc:sldMk cId="3409456550" sldId="277"/>
        </pc:sldMkLst>
        <pc:picChg chg="del">
          <ac:chgData name="Manti Sucharitha" userId="eca14c73cd10ee0d" providerId="LiveId" clId="{A08D702E-62A9-4D4B-BD93-8CC1EAB21CD0}" dt="2026-07-09T06:00:24.815" v="84" actId="21"/>
          <ac:picMkLst>
            <pc:docMk/>
            <pc:sldMk cId="3409456550" sldId="277"/>
            <ac:picMk id="3" creationId="{40B03473-6F49-917B-30D5-0EC85AFFFAE3}"/>
          </ac:picMkLst>
        </pc:picChg>
        <pc:picChg chg="add mod">
          <ac:chgData name="Manti Sucharitha" userId="eca14c73cd10ee0d" providerId="LiveId" clId="{A08D702E-62A9-4D4B-BD93-8CC1EAB21CD0}" dt="2026-07-09T06:00:54.250" v="87" actId="14100"/>
          <ac:picMkLst>
            <pc:docMk/>
            <pc:sldMk cId="3409456550" sldId="277"/>
            <ac:picMk id="4" creationId="{1F29213D-2581-AE9A-40DA-CD3A5326882F}"/>
          </ac:picMkLst>
        </pc:picChg>
      </pc:sldChg>
      <pc:sldChg chg="addSp modSp new mod">
        <pc:chgData name="Manti Sucharitha" userId="eca14c73cd10ee0d" providerId="LiveId" clId="{A08D702E-62A9-4D4B-BD93-8CC1EAB21CD0}" dt="2026-07-09T06:01:25.078" v="92" actId="14100"/>
        <pc:sldMkLst>
          <pc:docMk/>
          <pc:sldMk cId="1169627750" sldId="278"/>
        </pc:sldMkLst>
        <pc:picChg chg="add mod">
          <ac:chgData name="Manti Sucharitha" userId="eca14c73cd10ee0d" providerId="LiveId" clId="{A08D702E-62A9-4D4B-BD93-8CC1EAB21CD0}" dt="2026-07-09T06:01:25.078" v="92" actId="14100"/>
          <ac:picMkLst>
            <pc:docMk/>
            <pc:sldMk cId="1169627750" sldId="278"/>
            <ac:picMk id="3" creationId="{C14F9CDA-DE9E-8BEA-FFEE-237770332B8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msucharitha2007@gmail.co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msucharitha2007-wq/Interview-Trainer"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mj-lt"/>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mj-lt"/>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111404989"/>
              </p:ext>
            </p:extLst>
          </p:nvPr>
        </p:nvGraphicFramePr>
        <p:xfrm>
          <a:off x="1299257" y="2600315"/>
          <a:ext cx="9395000" cy="2167125"/>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537707">
                  <a:extLst>
                    <a:ext uri="{9D8B030D-6E8A-4147-A177-3AD203B41FA5}">
                      <a16:colId xmlns:a16="http://schemas.microsoft.com/office/drawing/2014/main" val="20002"/>
                    </a:ext>
                  </a:extLst>
                </a:gridCol>
                <a:gridCol w="2349043">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Manti Sucharitha</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hlinkClick r:id="rId3"/>
                        </a:rPr>
                        <a:t>msucharitha2007@gmail.com</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9063285454</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99257" y="1457526"/>
            <a:ext cx="10280254"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mj-lt"/>
                <a:ea typeface="Arial"/>
                <a:cs typeface="Arial"/>
                <a:sym typeface="Arial"/>
              </a:rPr>
              <a:t>Domain of  Project - </a:t>
            </a:r>
            <a:r>
              <a:rPr lang="en-US" sz="2000" i="0" u="none" strike="noStrike" cap="none" dirty="0">
                <a:solidFill>
                  <a:srgbClr val="000000"/>
                </a:solidFill>
                <a:latin typeface="+mj-lt"/>
                <a:ea typeface="Arial"/>
                <a:cs typeface="Arial"/>
                <a:sym typeface="Arial"/>
              </a:rPr>
              <a:t>Education</a:t>
            </a:r>
            <a:endParaRPr sz="2400" i="0" u="none" strike="noStrike" cap="none" dirty="0">
              <a:solidFill>
                <a:srgbClr val="000000"/>
              </a:solidFill>
              <a:latin typeface="+mj-lt"/>
              <a:ea typeface="Arial"/>
              <a:cs typeface="Arial"/>
              <a:sym typeface="Arial"/>
            </a:endParaRPr>
          </a:p>
        </p:txBody>
      </p:sp>
      <p:sp>
        <p:nvSpPr>
          <p:cNvPr id="89" name="Google Shape;89;p2"/>
          <p:cNvSpPr txBox="1"/>
          <p:nvPr/>
        </p:nvSpPr>
        <p:spPr>
          <a:xfrm>
            <a:off x="1206162" y="551965"/>
            <a:ext cx="9581177" cy="892512"/>
          </a:xfrm>
          <a:prstGeom prst="rect">
            <a:avLst/>
          </a:prstGeom>
          <a:noFill/>
          <a:ln>
            <a:noFill/>
          </a:ln>
        </p:spPr>
        <p:txBody>
          <a:bodyPr spcFirstLastPara="1" wrap="square" lIns="91425" tIns="45700" rIns="91425" bIns="45700" anchor="t" anchorCtr="0">
            <a:spAutoFit/>
          </a:bodyPr>
          <a:lstStyle/>
          <a:p>
            <a:r>
              <a:rPr lang="en-US" sz="2800" b="1" i="0" u="none" strike="noStrike" cap="none" dirty="0">
                <a:solidFill>
                  <a:srgbClr val="000000"/>
                </a:solidFill>
                <a:latin typeface="+mj-lt"/>
                <a:ea typeface="Arial"/>
                <a:cs typeface="Arial"/>
                <a:sym typeface="Arial"/>
              </a:rPr>
              <a:t>Project Tile </a:t>
            </a:r>
            <a:r>
              <a:rPr lang="en-US" sz="2400" b="1" i="0" u="none" strike="noStrike" cap="none" dirty="0">
                <a:solidFill>
                  <a:srgbClr val="000000"/>
                </a:solidFill>
                <a:latin typeface="+mj-lt"/>
                <a:ea typeface="Arial"/>
                <a:cs typeface="Arial"/>
                <a:sym typeface="Arial"/>
              </a:rPr>
              <a:t>– </a:t>
            </a:r>
            <a:r>
              <a:rPr lang="en-US" dirty="0"/>
              <a:t> </a:t>
            </a:r>
            <a:r>
              <a:rPr lang="en-US" sz="2000" dirty="0"/>
              <a:t>Interview Trainer Agent </a:t>
            </a:r>
            <a:endParaRPr lang="en-IN" sz="2000" dirty="0"/>
          </a:p>
          <a:p>
            <a:pPr lvl="0"/>
            <a:endParaRPr sz="2400" i="0" u="none" strike="noStrike" cap="none" dirty="0">
              <a:solidFill>
                <a:srgbClr val="000000"/>
              </a:solidFill>
              <a:highlight>
                <a:srgbClr val="FFFF00"/>
              </a:highlight>
              <a:latin typeface="+mj-lt"/>
              <a:ea typeface="Arial"/>
              <a:cs typeface="Arial"/>
              <a:sym typeface="Arial"/>
            </a:endParaRPr>
          </a:p>
        </p:txBody>
      </p:sp>
      <p:pic>
        <p:nvPicPr>
          <p:cNvPr id="3" name="Picture 2">
            <a:extLst>
              <a:ext uri="{FF2B5EF4-FFF2-40B4-BE49-F238E27FC236}">
                <a16:creationId xmlns:a16="http://schemas.microsoft.com/office/drawing/2014/main" id="{809F0249-85DB-EADE-D6DF-BA13739FA9FB}"/>
              </a:ext>
            </a:extLst>
          </p:cNvPr>
          <p:cNvPicPr>
            <a:picLocks noChangeAspect="1"/>
          </p:cNvPicPr>
          <p:nvPr/>
        </p:nvPicPr>
        <p:blipFill>
          <a:blip r:embed="rId4"/>
          <a:stretch>
            <a:fillRect/>
          </a:stretch>
        </p:blipFill>
        <p:spPr>
          <a:xfrm>
            <a:off x="3941380" y="3580942"/>
            <a:ext cx="1156138" cy="118649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409903" y="777766"/>
            <a:ext cx="10773209" cy="5016718"/>
          </a:xfrm>
          <a:prstGeom prst="rect">
            <a:avLst/>
          </a:prstGeom>
          <a:noFill/>
          <a:ln>
            <a:noFill/>
          </a:ln>
        </p:spPr>
        <p:txBody>
          <a:bodyPr spcFirstLastPara="1" wrap="square" lIns="91425" tIns="45700" rIns="91425" bIns="45700" anchor="t" anchorCtr="0">
            <a:spAutoFit/>
          </a:bodyPr>
          <a:lstStyle/>
          <a:p>
            <a:r>
              <a:rPr lang="en-US" sz="2000" b="1" dirty="0"/>
              <a:t>Problem Statement  </a:t>
            </a:r>
            <a:r>
              <a:rPr lang="en-US" sz="2000" dirty="0"/>
              <a:t>– Interview Trainer Agent </a:t>
            </a:r>
            <a:endParaRPr lang="en-IN" sz="2000" dirty="0"/>
          </a:p>
          <a:p>
            <a:r>
              <a:rPr lang="en-US" sz="2000" b="1" dirty="0"/>
              <a:t>The Challenge </a:t>
            </a:r>
          </a:p>
          <a:p>
            <a:r>
              <a:rPr lang="en-US" sz="2000" dirty="0"/>
              <a:t>An Interview Trainer Agent, powered by RAG (Retrieval-Augmented Generation), </a:t>
            </a:r>
            <a:endParaRPr lang="en-IN" sz="2000" dirty="0"/>
          </a:p>
          <a:p>
            <a:r>
              <a:rPr lang="en-US" sz="2000" dirty="0"/>
              <a:t>prepares users for job interviews by generating tailored question sets and preparation strategies based on their profile name, experience level, and job role.</a:t>
            </a:r>
            <a:endParaRPr lang="en-IN" sz="2000" dirty="0"/>
          </a:p>
          <a:p>
            <a:r>
              <a:rPr lang="en-US" sz="2000" dirty="0"/>
              <a:t>   It retrieves role-specific interview questions, industry expectations, behavioral scenarios, and HR guidelines from recruitment portals, professional networks, and company interview databases.</a:t>
            </a:r>
            <a:endParaRPr lang="en-IN" sz="2000" dirty="0"/>
          </a:p>
          <a:p>
            <a:r>
              <a:rPr lang="en-US" sz="2000" dirty="0"/>
              <a:t>  Users can input their resume or job title, and the agent provides targeted questions, model answers, and improvement tips.</a:t>
            </a:r>
            <a:endParaRPr lang="en-IN" sz="2000" dirty="0"/>
          </a:p>
          <a:p>
            <a:r>
              <a:rPr lang="en-US" sz="2000" dirty="0"/>
              <a:t>   It supports both technical and soft skill assessment, ensuring a comprehensive interview prep experience.</a:t>
            </a:r>
            <a:endParaRPr lang="en-IN" sz="2000" dirty="0"/>
          </a:p>
          <a:p>
            <a:r>
              <a:rPr lang="en-US" sz="2000" dirty="0"/>
              <a:t>  This AI-driven assistant builds user confidence, sharpens responses, and increases success rates in competitive hiring environments.</a:t>
            </a:r>
            <a:endParaRPr lang="en-IN" sz="2000" dirty="0"/>
          </a:p>
          <a:p>
            <a:r>
              <a:rPr lang="en-US" sz="2000" b="1" dirty="0"/>
              <a:t>Technology</a:t>
            </a:r>
            <a:r>
              <a:rPr lang="en-US" sz="2000" dirty="0"/>
              <a:t> – Use of IBM Cloud Lite services / IBM Granite is mandatory.</a:t>
            </a:r>
            <a:endParaRPr lang="en-IN" sz="2000" dirty="0"/>
          </a:p>
          <a:p>
            <a:r>
              <a:rPr lang="en-US" sz="2000" dirty="0"/>
              <a:t> </a:t>
            </a:r>
            <a:endParaRPr lang="en-IN" sz="2000" dirty="0"/>
          </a:p>
        </p:txBody>
      </p:sp>
      <p:sp>
        <p:nvSpPr>
          <p:cNvPr id="96" name="Google Shape;96;p34"/>
          <p:cNvSpPr txBox="1"/>
          <p:nvPr/>
        </p:nvSpPr>
        <p:spPr>
          <a:xfrm>
            <a:off x="409903" y="140187"/>
            <a:ext cx="7380785"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Problem Statement -</a:t>
            </a:r>
            <a:endParaRPr sz="2800" b="1"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576072" y="1227268"/>
            <a:ext cx="10486436" cy="4708941"/>
          </a:xfrm>
          <a:prstGeom prst="rect">
            <a:avLst/>
          </a:prstGeom>
          <a:noFill/>
          <a:ln>
            <a:noFill/>
          </a:ln>
        </p:spPr>
        <p:txBody>
          <a:bodyPr spcFirstLastPara="1" wrap="square" lIns="91425" tIns="45700" rIns="91425" bIns="45700" anchor="t" anchorCtr="0">
            <a:spAutoFit/>
          </a:bodyPr>
          <a:lstStyle/>
          <a:p>
            <a:r>
              <a:rPr lang="en-US" sz="2000" b="1" dirty="0"/>
              <a:t>Proposed Solution </a:t>
            </a:r>
            <a:r>
              <a:rPr lang="en-US" sz="2000" dirty="0"/>
              <a:t>– AI-Powered Interview Trainer Agent</a:t>
            </a:r>
          </a:p>
          <a:p>
            <a:endParaRPr lang="en-IN" sz="2000" dirty="0"/>
          </a:p>
          <a:p>
            <a:pPr marL="342900" indent="-342900">
              <a:buFont typeface="Arial" panose="020B0604020202020204" pitchFamily="34" charset="0"/>
              <a:buChar char="•"/>
            </a:pPr>
            <a:r>
              <a:rPr lang="en-US" sz="2000" dirty="0"/>
              <a:t>The proposed solution is an AI-powered Interview Trainer Agent built using </a:t>
            </a:r>
            <a:r>
              <a:rPr lang="en-US" sz="2000" dirty="0" err="1"/>
              <a:t>LangFlow</a:t>
            </a:r>
            <a:r>
              <a:rPr lang="en-US" sz="2000" dirty="0"/>
              <a:t>, IBM watsonx.ai, and IBM Granite Models to help users prepare for job interviews in a simple and personalized way.</a:t>
            </a:r>
            <a:endParaRPr lang="en-IN" sz="2000" dirty="0"/>
          </a:p>
          <a:p>
            <a:pPr marL="342900" indent="-342900">
              <a:buFont typeface="Arial" panose="020B0604020202020204" pitchFamily="34" charset="0"/>
              <a:buChar char="•"/>
            </a:pPr>
            <a:r>
              <a:rPr lang="en-US" sz="2000" dirty="0"/>
              <a:t>The system uses a Retrieval-Augmented Generation (RAG) approach to retrieve interview questions, HR guidelines, technical concepts, and company interview information from trusted sources. This helps the AI provide accurate and relevant interview preparation.</a:t>
            </a:r>
            <a:endParaRPr lang="en-IN" sz="2000" dirty="0"/>
          </a:p>
          <a:p>
            <a:pPr marL="342900" indent="-342900">
              <a:buFont typeface="Arial" panose="020B0604020202020204" pitchFamily="34" charset="0"/>
              <a:buChar char="•"/>
            </a:pPr>
            <a:r>
              <a:rPr lang="en-US" sz="2000" dirty="0"/>
              <a:t>The system includes four main AI agents:</a:t>
            </a:r>
            <a:endParaRPr lang="en-IN" sz="2000" dirty="0"/>
          </a:p>
          <a:p>
            <a:pPr marL="342900" indent="-342900">
              <a:buFont typeface="Arial" panose="020B0604020202020204" pitchFamily="34" charset="0"/>
              <a:buChar char="•"/>
            </a:pPr>
            <a:r>
              <a:rPr lang="en-US" sz="2000" dirty="0"/>
              <a:t>Interview Knowledge Agent – Retrieves interview questions, company interview patterns, and industry expectations using RAG.</a:t>
            </a:r>
            <a:endParaRPr lang="en-IN" sz="2000" dirty="0"/>
          </a:p>
          <a:p>
            <a:pPr marL="342900" indent="-342900">
              <a:buFont typeface="Arial" panose="020B0604020202020204" pitchFamily="34" charset="0"/>
              <a:buChar char="•"/>
            </a:pPr>
            <a:r>
              <a:rPr lang="en-US" sz="2000" dirty="0"/>
              <a:t>Question Generation Agent – Generates personalized technical, HR, and behavioral interview questions based on the user’s resume, skills, experience, and job role.</a:t>
            </a:r>
            <a:endParaRPr lang="en-IN" sz="2000" dirty="0"/>
          </a:p>
          <a:p>
            <a:endParaRPr lang="en-IN" sz="2000" dirty="0"/>
          </a:p>
        </p:txBody>
      </p:sp>
      <p:sp>
        <p:nvSpPr>
          <p:cNvPr id="102" name="Google Shape;102;p35"/>
          <p:cNvSpPr txBox="1"/>
          <p:nvPr/>
        </p:nvSpPr>
        <p:spPr>
          <a:xfrm>
            <a:off x="576072" y="704088"/>
            <a:ext cx="721461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Proposed Solution -</a:t>
            </a:r>
            <a:endParaRPr sz="2800" b="1"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322DBE-68C3-663A-E1E9-937D5FE9D1BA}"/>
              </a:ext>
            </a:extLst>
          </p:cNvPr>
          <p:cNvSpPr txBox="1"/>
          <p:nvPr/>
        </p:nvSpPr>
        <p:spPr>
          <a:xfrm>
            <a:off x="672662" y="977461"/>
            <a:ext cx="10531366" cy="4093428"/>
          </a:xfrm>
          <a:prstGeom prst="rect">
            <a:avLst/>
          </a:prstGeom>
          <a:noFill/>
        </p:spPr>
        <p:txBody>
          <a:bodyPr wrap="square" rtlCol="0">
            <a:spAutoFit/>
          </a:bodyPr>
          <a:lstStyle/>
          <a:p>
            <a:pPr marL="342900" indent="-342900">
              <a:buFont typeface="Arial" panose="020B0604020202020204" pitchFamily="34" charset="0"/>
              <a:buChar char="•"/>
            </a:pPr>
            <a:r>
              <a:rPr lang="en-US" sz="2000" dirty="0"/>
              <a:t>Answer Evaluation Agent – Reviews the user’s answers, provides scores, identifies mistakes, and suggests improvements with model answers.</a:t>
            </a:r>
            <a:endParaRPr lang="en-IN" sz="2000" dirty="0"/>
          </a:p>
          <a:p>
            <a:pPr marL="342900" indent="-342900">
              <a:buFont typeface="Arial" panose="020B0604020202020204" pitchFamily="34" charset="0"/>
              <a:buChar char="•"/>
            </a:pPr>
            <a:r>
              <a:rPr lang="en-US" sz="2000" dirty="0"/>
              <a:t>Interview Coaching Agent – Gives interview tips, communication guidance, confidence-building suggestions, and personalized preparation plans.</a:t>
            </a:r>
            <a:endParaRPr lang="en-IN" sz="2000" dirty="0"/>
          </a:p>
          <a:p>
            <a:pPr marL="342900" indent="-342900">
              <a:buFont typeface="Arial" panose="020B0604020202020204" pitchFamily="34" charset="0"/>
              <a:buChar char="•"/>
            </a:pPr>
            <a:r>
              <a:rPr lang="en-US" sz="2000" dirty="0"/>
              <a:t>The solution also provides a simple dashboard (built using </a:t>
            </a:r>
            <a:r>
              <a:rPr lang="en-US" sz="2000" dirty="0" err="1"/>
              <a:t>Streamlit</a:t>
            </a:r>
            <a:r>
              <a:rPr lang="en-US" sz="2000" dirty="0"/>
              <a:t> or React) where users can upload their resume, practice mock interviews, view their scores, track progress, and identify areas for improvement.</a:t>
            </a:r>
            <a:endParaRPr lang="en-IN" sz="2000" dirty="0"/>
          </a:p>
          <a:p>
            <a:pPr marL="342900" indent="-342900">
              <a:buFont typeface="Arial" panose="020B0604020202020204" pitchFamily="34" charset="0"/>
              <a:buChar char="•"/>
            </a:pPr>
            <a:r>
              <a:rPr lang="en-US" sz="2000" dirty="0" err="1"/>
              <a:t>LangFlow</a:t>
            </a:r>
            <a:r>
              <a:rPr lang="en-US" sz="2000" dirty="0"/>
              <a:t> manages the workflow between AI agents, IBM watsonx.ai handles AI model deployment and embeddings, and IBM Granite Models generate interview questions, evaluate answers, and provide personalized guidance.</a:t>
            </a:r>
            <a:endParaRPr lang="en-IN" sz="2000" dirty="0"/>
          </a:p>
          <a:p>
            <a:pPr marL="342900" indent="-342900">
              <a:buFont typeface="Arial" panose="020B0604020202020204" pitchFamily="34" charset="0"/>
              <a:buChar char="•"/>
            </a:pPr>
            <a:r>
              <a:rPr lang="en-US" sz="2000" dirty="0"/>
              <a:t>Overall, this solution provides an intelligent Interview Trainer Assistant that helps users improve their interview skills, build confidence, and increase their chances of getting hired.</a:t>
            </a:r>
            <a:endParaRPr lang="en-IN" sz="2000" dirty="0"/>
          </a:p>
        </p:txBody>
      </p:sp>
    </p:spTree>
    <p:extLst>
      <p:ext uri="{BB962C8B-B14F-4D97-AF65-F5344CB8AC3E}">
        <p14:creationId xmlns:p14="http://schemas.microsoft.com/office/powerpoint/2010/main" val="330011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Technology Used</a:t>
            </a:r>
            <a:endParaRPr sz="2800" b="1" i="0" u="none" strike="noStrike" cap="none" dirty="0">
              <a:solidFill>
                <a:srgbClr val="000000"/>
              </a:solidFill>
              <a:latin typeface="Arial"/>
              <a:ea typeface="Arial"/>
              <a:cs typeface="Arial"/>
              <a:sym typeface="Arial"/>
            </a:endParaRPr>
          </a:p>
        </p:txBody>
      </p:sp>
      <p:sp>
        <p:nvSpPr>
          <p:cNvPr id="108" name="Google Shape;108;p36"/>
          <p:cNvSpPr txBox="1"/>
          <p:nvPr/>
        </p:nvSpPr>
        <p:spPr>
          <a:xfrm>
            <a:off x="777240" y="1207008"/>
            <a:ext cx="10515600" cy="6247824"/>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n-US" sz="2000" b="1" i="0" u="none" strike="noStrike" cap="none" dirty="0" err="1">
                <a:solidFill>
                  <a:srgbClr val="000000"/>
                </a:solidFill>
                <a:latin typeface="Arial"/>
                <a:ea typeface="Arial"/>
                <a:cs typeface="Arial"/>
                <a:sym typeface="Arial"/>
              </a:rPr>
              <a:t>Langflow</a:t>
            </a:r>
            <a:r>
              <a:rPr lang="en-US" sz="2000" b="1" i="0" u="none" strike="noStrike" cap="none" dirty="0">
                <a:solidFill>
                  <a:srgbClr val="000000"/>
                </a:solidFill>
                <a:latin typeface="Arial"/>
                <a:ea typeface="Arial"/>
                <a:cs typeface="Arial"/>
                <a:sym typeface="Arial"/>
              </a:rPr>
              <a:t> platform </a:t>
            </a:r>
            <a:r>
              <a:rPr lang="en-US" sz="2000" b="0" i="0" u="none" strike="noStrike" cap="none" dirty="0">
                <a:solidFill>
                  <a:srgbClr val="000000"/>
                </a:solidFill>
                <a:latin typeface="Arial"/>
                <a:ea typeface="Arial"/>
                <a:cs typeface="Arial"/>
                <a:sym typeface="Arial"/>
              </a:rPr>
              <a:t>-For designing and orchestrating multi-agent workflows visually</a:t>
            </a:r>
            <a:endParaRPr sz="2000" dirty="0"/>
          </a:p>
          <a:p>
            <a:pPr marL="285750" marR="0" lvl="0" indent="-171450" algn="l" rtl="0">
              <a:lnSpc>
                <a:spcPct val="100000"/>
              </a:lnSpc>
              <a:spcBef>
                <a:spcPts val="0"/>
              </a:spcBef>
              <a:spcAft>
                <a:spcPts val="0"/>
              </a:spcAft>
              <a:buClr>
                <a:srgbClr val="000000"/>
              </a:buClr>
              <a:buSzPts val="1800"/>
              <a:buFont typeface="Arial"/>
              <a:buNone/>
            </a:pPr>
            <a:endParaRPr sz="20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20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2000" b="1" i="0" u="none" strike="noStrike" cap="none" dirty="0">
                <a:solidFill>
                  <a:srgbClr val="000000"/>
                </a:solidFill>
                <a:latin typeface="Arial"/>
                <a:ea typeface="Arial"/>
                <a:cs typeface="Arial"/>
                <a:sym typeface="Arial"/>
              </a:rPr>
              <a:t>IBM </a:t>
            </a:r>
            <a:r>
              <a:rPr lang="en-US" sz="2000" b="1" i="0" u="none" strike="noStrike" cap="none" dirty="0" err="1">
                <a:solidFill>
                  <a:srgbClr val="000000"/>
                </a:solidFill>
                <a:latin typeface="Arial"/>
                <a:ea typeface="Arial"/>
                <a:cs typeface="Arial"/>
                <a:sym typeface="Arial"/>
              </a:rPr>
              <a:t>Grainte</a:t>
            </a:r>
            <a:r>
              <a:rPr lang="en-US" sz="2000" b="1" i="0" u="none" strike="noStrike" cap="none" dirty="0">
                <a:solidFill>
                  <a:srgbClr val="000000"/>
                </a:solidFill>
                <a:latin typeface="Arial"/>
                <a:ea typeface="Arial"/>
                <a:cs typeface="Arial"/>
                <a:sym typeface="Arial"/>
              </a:rPr>
              <a:t> model </a:t>
            </a:r>
            <a:r>
              <a:rPr lang="en-US" sz="2000" b="0" i="0" u="none" strike="noStrike" cap="none" dirty="0">
                <a:solidFill>
                  <a:srgbClr val="000000"/>
                </a:solidFill>
                <a:latin typeface="Arial"/>
                <a:ea typeface="Arial"/>
                <a:cs typeface="Arial"/>
                <a:sym typeface="Arial"/>
              </a:rPr>
              <a:t>-  for </a:t>
            </a:r>
            <a:r>
              <a:rPr lang="en-US" sz="2000" b="0" i="0" u="none" strike="noStrike" cap="none" dirty="0" err="1">
                <a:solidFill>
                  <a:srgbClr val="000000"/>
                </a:solidFill>
                <a:latin typeface="Arial"/>
                <a:ea typeface="Arial"/>
                <a:cs typeface="Arial"/>
                <a:sym typeface="Arial"/>
              </a:rPr>
              <a:t>eg</a:t>
            </a:r>
            <a:r>
              <a:rPr lang="en-US" sz="2000" b="0" i="0" u="none" strike="noStrike" cap="none" dirty="0">
                <a:solidFill>
                  <a:srgbClr val="000000"/>
                </a:solidFill>
                <a:latin typeface="Arial"/>
                <a:ea typeface="Arial"/>
                <a:cs typeface="Arial"/>
                <a:sym typeface="Arial"/>
              </a:rPr>
              <a:t> – ibm-granite-3-2-8b – For natural language understanding, reasoning, and personalization</a:t>
            </a:r>
            <a:endParaRPr sz="2000" dirty="0"/>
          </a:p>
          <a:p>
            <a:pPr marL="285750" marR="0" lvl="0" indent="-171450" algn="l" rtl="0">
              <a:lnSpc>
                <a:spcPct val="100000"/>
              </a:lnSpc>
              <a:spcBef>
                <a:spcPts val="0"/>
              </a:spcBef>
              <a:spcAft>
                <a:spcPts val="0"/>
              </a:spcAft>
              <a:buClr>
                <a:srgbClr val="000000"/>
              </a:buClr>
              <a:buSzPts val="1800"/>
              <a:buFont typeface="Arial"/>
              <a:buNone/>
            </a:pPr>
            <a:endParaRPr sz="20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2000" b="1" i="0" u="none" strike="noStrike" cap="none" dirty="0">
                <a:solidFill>
                  <a:srgbClr val="000000"/>
                </a:solidFill>
                <a:latin typeface="Arial"/>
                <a:ea typeface="Arial"/>
                <a:cs typeface="Arial"/>
                <a:sym typeface="Arial"/>
              </a:rPr>
              <a:t>IBM Cloud </a:t>
            </a:r>
            <a:r>
              <a:rPr lang="en-US" sz="2000" b="0" i="0" u="none" strike="noStrike" cap="none" dirty="0">
                <a:solidFill>
                  <a:srgbClr val="000000"/>
                </a:solidFill>
                <a:latin typeface="Arial"/>
                <a:ea typeface="Arial"/>
                <a:cs typeface="Arial"/>
                <a:sym typeface="Arial"/>
              </a:rPr>
              <a:t>– It provides the infrastructure to build, deploy, and scale the Nutrition Agent efficiently. IBM Cloud enables a </a:t>
            </a:r>
            <a:r>
              <a:rPr lang="en-US" sz="2000" b="1" i="0" u="none" strike="noStrike" cap="none" dirty="0">
                <a:solidFill>
                  <a:srgbClr val="000000"/>
                </a:solidFill>
                <a:latin typeface="Arial"/>
                <a:ea typeface="Arial"/>
                <a:cs typeface="Arial"/>
                <a:sym typeface="Arial"/>
              </a:rPr>
              <a:t>reliable, secure, and scalable environment</a:t>
            </a:r>
            <a:r>
              <a:rPr lang="en-US" sz="2000" b="0" i="0" u="none" strike="noStrike" cap="none" dirty="0">
                <a:solidFill>
                  <a:srgbClr val="000000"/>
                </a:solidFill>
                <a:latin typeface="Arial"/>
                <a:ea typeface="Arial"/>
                <a:cs typeface="Arial"/>
                <a:sym typeface="Arial"/>
              </a:rPr>
              <a:t> for deploying the Nutrition Agent.</a:t>
            </a:r>
            <a:endParaRPr sz="2000" dirty="0"/>
          </a:p>
          <a:p>
            <a:pPr marL="285750" marR="0" lvl="0" indent="-171450" algn="l" rtl="0">
              <a:lnSpc>
                <a:spcPct val="100000"/>
              </a:lnSpc>
              <a:spcBef>
                <a:spcPts val="0"/>
              </a:spcBef>
              <a:spcAft>
                <a:spcPts val="0"/>
              </a:spcAft>
              <a:buClr>
                <a:srgbClr val="000000"/>
              </a:buClr>
              <a:buSzPts val="1800"/>
              <a:buFont typeface="Arial"/>
              <a:buNone/>
            </a:pPr>
            <a:endParaRPr sz="20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2000" b="1" i="0" u="none" strike="noStrike" cap="none" dirty="0">
                <a:solidFill>
                  <a:srgbClr val="000000"/>
                </a:solidFill>
                <a:latin typeface="Arial"/>
                <a:ea typeface="Arial"/>
                <a:cs typeface="Arial"/>
                <a:sym typeface="Arial"/>
              </a:rPr>
              <a:t>RAG– </a:t>
            </a:r>
            <a:r>
              <a:rPr lang="en-US" sz="2000" b="0" i="0" u="none" strike="noStrike" cap="none" dirty="0">
                <a:solidFill>
                  <a:srgbClr val="000000"/>
                </a:solidFill>
                <a:latin typeface="Arial"/>
                <a:ea typeface="Arial"/>
                <a:cs typeface="Arial"/>
                <a:sym typeface="Arial"/>
              </a:rPr>
              <a:t>RAG to </a:t>
            </a:r>
            <a:r>
              <a:rPr lang="en-US" sz="2000" b="1" i="0" u="none" strike="noStrike" cap="none" dirty="0">
                <a:solidFill>
                  <a:srgbClr val="000000"/>
                </a:solidFill>
                <a:latin typeface="Arial"/>
                <a:ea typeface="Arial"/>
                <a:cs typeface="Arial"/>
                <a:sym typeface="Arial"/>
              </a:rPr>
              <a:t>fetch real data first, then generate intelligent answers</a:t>
            </a:r>
            <a:r>
              <a:rPr lang="en-US" sz="2000" b="0" i="0" u="none" strike="noStrike" cap="none" dirty="0">
                <a:solidFill>
                  <a:srgbClr val="000000"/>
                </a:solidFill>
                <a:latin typeface="Arial"/>
                <a:ea typeface="Arial"/>
                <a:cs typeface="Arial"/>
                <a:sym typeface="Arial"/>
              </a:rPr>
              <a:t>, making the Nutrition Agent more trustworthy and effective.</a:t>
            </a:r>
            <a:endParaRPr sz="2000" dirty="0"/>
          </a:p>
          <a:p>
            <a:pPr marL="285750" marR="0" lvl="0" indent="-171450" algn="l" rtl="0">
              <a:lnSpc>
                <a:spcPct val="100000"/>
              </a:lnSpc>
              <a:spcBef>
                <a:spcPts val="0"/>
              </a:spcBef>
              <a:spcAft>
                <a:spcPts val="0"/>
              </a:spcAft>
              <a:buClr>
                <a:srgbClr val="000000"/>
              </a:buClr>
              <a:buSzPts val="1800"/>
              <a:buFont typeface="Arial"/>
              <a:buNone/>
            </a:pPr>
            <a:endParaRPr sz="20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2000" b="1" i="0" u="none" strike="noStrike" cap="none" dirty="0">
                <a:solidFill>
                  <a:srgbClr val="000000"/>
                </a:solidFill>
                <a:latin typeface="Arial"/>
                <a:ea typeface="Arial"/>
                <a:cs typeface="Arial"/>
                <a:sym typeface="Arial"/>
              </a:rPr>
              <a:t>IBM Watsonx.ai - </a:t>
            </a:r>
            <a:r>
              <a:rPr lang="en-US" sz="2000" b="0" i="0" u="none" strike="noStrike" cap="none" dirty="0">
                <a:solidFill>
                  <a:srgbClr val="000000"/>
                </a:solidFill>
                <a:latin typeface="Arial"/>
                <a:ea typeface="Arial"/>
                <a:cs typeface="Arial"/>
                <a:sym typeface="Arial"/>
              </a:rPr>
              <a:t>For model deployment, embeddings, and AI governance</a:t>
            </a:r>
            <a:endParaRPr sz="2000" dirty="0"/>
          </a:p>
          <a:p>
            <a:pPr marL="285750" marR="0" lvl="0" indent="-171450" algn="l" rtl="0">
              <a:lnSpc>
                <a:spcPct val="100000"/>
              </a:lnSpc>
              <a:spcBef>
                <a:spcPts val="0"/>
              </a:spcBef>
              <a:spcAft>
                <a:spcPts val="0"/>
              </a:spcAft>
              <a:buClr>
                <a:srgbClr val="000000"/>
              </a:buClr>
              <a:buSzPts val="1800"/>
              <a:buFont typeface="Arial"/>
              <a:buNone/>
            </a:pPr>
            <a:endParaRPr sz="20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2000" b="1" i="0" u="none" strike="noStrike" cap="none" dirty="0">
                <a:solidFill>
                  <a:srgbClr val="000000"/>
                </a:solidFill>
                <a:latin typeface="Arial"/>
                <a:ea typeface="Arial"/>
                <a:cs typeface="Arial"/>
                <a:sym typeface="Arial"/>
              </a:rPr>
              <a:t>Vector Database </a:t>
            </a:r>
            <a:r>
              <a:rPr lang="en-US" sz="2000" b="0" i="0" u="none" strike="noStrike" cap="none" dirty="0">
                <a:solidFill>
                  <a:srgbClr val="000000"/>
                </a:solidFill>
                <a:latin typeface="Arial"/>
                <a:ea typeface="Arial"/>
                <a:cs typeface="Arial"/>
                <a:sym typeface="Arial"/>
              </a:rPr>
              <a:t>(FAISS/Chroma) – For RAG-based nutritional data retrieval</a:t>
            </a:r>
            <a:endParaRPr sz="20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20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2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2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20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i="0" u="none" strike="noStrike" cap="none" dirty="0" err="1">
                <a:solidFill>
                  <a:srgbClr val="000000"/>
                </a:solidFill>
                <a:latin typeface="Arial"/>
                <a:ea typeface="Arial"/>
                <a:cs typeface="Arial"/>
                <a:sym typeface="Arial"/>
              </a:rPr>
              <a:t>Langflow</a:t>
            </a:r>
            <a:r>
              <a:rPr lang="en-US" sz="2800" b="1" i="0" u="none" strike="noStrike" cap="none" dirty="0">
                <a:solidFill>
                  <a:srgbClr val="051D3A"/>
                </a:solidFill>
                <a:latin typeface="Times New Roman"/>
                <a:ea typeface="Times New Roman"/>
                <a:cs typeface="Times New Roman"/>
                <a:sym typeface="Times New Roman"/>
              </a:rPr>
              <a:t> </a:t>
            </a:r>
            <a:r>
              <a:rPr lang="en-US" sz="2800" b="1" i="0" u="none" strike="noStrike" cap="none" dirty="0">
                <a:solidFill>
                  <a:srgbClr val="000000"/>
                </a:solidFill>
                <a:latin typeface="Arial"/>
                <a:ea typeface="Arial"/>
                <a:cs typeface="Arial"/>
                <a:sym typeface="Arial"/>
              </a:rPr>
              <a:t>component Used -</a:t>
            </a:r>
            <a:endParaRPr sz="2800" b="1" i="0" u="none" strike="noStrike" cap="none" dirty="0">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474822" y="863187"/>
            <a:ext cx="8823960" cy="71711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2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1) Chat Input </a:t>
            </a:r>
            <a:r>
              <a:rPr lang="en-US" sz="2000" b="0" i="0" u="none" strike="noStrike" cap="none" dirty="0">
                <a:solidFill>
                  <a:srgbClr val="000000"/>
                </a:solidFill>
                <a:latin typeface="Arial"/>
                <a:ea typeface="Arial"/>
                <a:cs typeface="Arial"/>
                <a:sym typeface="Arial"/>
              </a:rPr>
              <a:t>– Interface where users enter their queries, preferences, or meal details (text/voice/image).</a:t>
            </a:r>
            <a:endParaRPr sz="2000" dirty="0"/>
          </a:p>
          <a:p>
            <a:pPr marL="0" marR="0" lvl="0" indent="0" algn="l" rtl="0">
              <a:lnSpc>
                <a:spcPct val="100000"/>
              </a:lnSpc>
              <a:spcBef>
                <a:spcPts val="0"/>
              </a:spcBef>
              <a:spcAft>
                <a:spcPts val="0"/>
              </a:spcAft>
              <a:buNone/>
            </a:pPr>
            <a:endParaRPr sz="2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2) IBM </a:t>
            </a:r>
            <a:r>
              <a:rPr lang="en-US" sz="2000" b="1" i="0" u="none" strike="noStrike" cap="none" dirty="0" err="1">
                <a:solidFill>
                  <a:srgbClr val="000000"/>
                </a:solidFill>
                <a:latin typeface="Arial"/>
                <a:ea typeface="Arial"/>
                <a:cs typeface="Arial"/>
                <a:sym typeface="Arial"/>
              </a:rPr>
              <a:t>watsonx</a:t>
            </a:r>
            <a:r>
              <a:rPr lang="en-US" sz="2000" b="1" i="0" u="none" strike="noStrike" cap="none" dirty="0">
                <a:solidFill>
                  <a:srgbClr val="000000"/>
                </a:solidFill>
                <a:latin typeface="Arial"/>
                <a:ea typeface="Arial"/>
                <a:cs typeface="Arial"/>
                <a:sym typeface="Arial"/>
              </a:rPr>
              <a:t> AI Agent </a:t>
            </a:r>
            <a:r>
              <a:rPr lang="en-US" sz="2000" b="0" i="0" u="none" strike="noStrike" cap="none" dirty="0">
                <a:solidFill>
                  <a:srgbClr val="000000"/>
                </a:solidFill>
                <a:latin typeface="Arial"/>
                <a:ea typeface="Arial"/>
                <a:cs typeface="Arial"/>
                <a:sym typeface="Arial"/>
              </a:rPr>
              <a:t>- Processes user input using Granite models to generate personalized nutrition insights and recommendations. </a:t>
            </a:r>
            <a:endParaRPr sz="2000" dirty="0"/>
          </a:p>
          <a:p>
            <a:pPr marL="0" marR="0" lvl="0" indent="0" algn="l" rtl="0">
              <a:lnSpc>
                <a:spcPct val="100000"/>
              </a:lnSpc>
              <a:spcBef>
                <a:spcPts val="0"/>
              </a:spcBef>
              <a:spcAft>
                <a:spcPts val="0"/>
              </a:spcAft>
              <a:buNone/>
            </a:pPr>
            <a:endParaRPr sz="2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3) Name of IBM Granite model - </a:t>
            </a:r>
            <a:r>
              <a:rPr lang="en-US" sz="2000" b="0" i="0" u="none" strike="noStrike" cap="none" dirty="0">
                <a:solidFill>
                  <a:srgbClr val="000000"/>
                </a:solidFill>
                <a:latin typeface="Arial"/>
                <a:ea typeface="Arial"/>
                <a:cs typeface="Arial"/>
                <a:sym typeface="Arial"/>
              </a:rPr>
              <a:t>Granite-4.0-8B-Instruct → Fast, efficient for real-time diet recommendations</a:t>
            </a:r>
            <a:endParaRPr sz="2000" dirty="0"/>
          </a:p>
          <a:p>
            <a:pPr marL="0" marR="0" lvl="0" indent="0" algn="l" rtl="0">
              <a:lnSpc>
                <a:spcPct val="100000"/>
              </a:lnSpc>
              <a:spcBef>
                <a:spcPts val="0"/>
              </a:spcBef>
              <a:spcAft>
                <a:spcPts val="0"/>
              </a:spcAft>
              <a:buNone/>
            </a:pPr>
            <a:endParaRPr sz="2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4) Chat output -</a:t>
            </a:r>
            <a:r>
              <a:rPr lang="en-US" sz="2000" b="0" i="0" u="none" strike="noStrike" cap="none" dirty="0">
                <a:solidFill>
                  <a:srgbClr val="000000"/>
                </a:solidFill>
                <a:latin typeface="Arial"/>
                <a:ea typeface="Arial"/>
                <a:cs typeface="Arial"/>
                <a:sym typeface="Arial"/>
              </a:rPr>
              <a:t>Displays AI-generated responses such as diet plans, nutritional analysis, and health suggestions. </a:t>
            </a:r>
            <a:endParaRPr sz="2000" dirty="0"/>
          </a:p>
          <a:p>
            <a:pPr marL="0" marR="0" lvl="0" indent="0" algn="l" rtl="0">
              <a:lnSpc>
                <a:spcPct val="100000"/>
              </a:lnSpc>
              <a:spcBef>
                <a:spcPts val="0"/>
              </a:spcBef>
              <a:spcAft>
                <a:spcPts val="0"/>
              </a:spcAft>
              <a:buNone/>
            </a:pPr>
            <a:endParaRPr sz="2000" b="0" i="0" u="none" strike="noStrike" cap="none" dirty="0">
              <a:solidFill>
                <a:srgbClr val="000000"/>
              </a:solidFill>
              <a:latin typeface="Arial"/>
              <a:ea typeface="Arial"/>
              <a:cs typeface="Arial"/>
              <a:sym typeface="Arial"/>
            </a:endParaRPr>
          </a:p>
          <a:p>
            <a:pPr lvl="0"/>
            <a:r>
              <a:rPr lang="en-US" sz="2000" b="1" i="0" u="none" strike="noStrike" cap="none" dirty="0">
                <a:solidFill>
                  <a:srgbClr val="000000"/>
                </a:solidFill>
                <a:latin typeface="Arial"/>
                <a:ea typeface="Arial"/>
                <a:cs typeface="Arial"/>
                <a:sym typeface="Arial"/>
              </a:rPr>
              <a:t>5) IBM BOB – </a:t>
            </a:r>
            <a:r>
              <a:rPr lang="en-IN" sz="2000" dirty="0"/>
              <a:t>IBM Bob was used to generate, refine, and accelerate the development of the AI Nutrition Assistant by creating prompts, application logic, and code using IBM Granite models.</a:t>
            </a:r>
            <a:endParaRPr sz="2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2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2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2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2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2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2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 </a:t>
            </a:r>
            <a:endParaRPr sz="2000" b="0" i="0" u="none" strike="noStrike" cap="none" dirty="0">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F9D083-9464-4E87-291E-D32DA3ACEB25}"/>
              </a:ext>
            </a:extLst>
          </p:cNvPr>
          <p:cNvPicPr>
            <a:picLocks noChangeAspect="1"/>
          </p:cNvPicPr>
          <p:nvPr/>
        </p:nvPicPr>
        <p:blipFill>
          <a:blip r:embed="rId2"/>
          <a:stretch>
            <a:fillRect/>
          </a:stretch>
        </p:blipFill>
        <p:spPr>
          <a:xfrm>
            <a:off x="430924" y="361890"/>
            <a:ext cx="11372193" cy="6134219"/>
          </a:xfrm>
          <a:prstGeom prst="rect">
            <a:avLst/>
          </a:prstGeom>
        </p:spPr>
      </p:pic>
    </p:spTree>
    <p:extLst>
      <p:ext uri="{BB962C8B-B14F-4D97-AF65-F5344CB8AC3E}">
        <p14:creationId xmlns:p14="http://schemas.microsoft.com/office/powerpoint/2010/main" val="2634080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04AB54A-DD9F-C50A-5553-E2C595068A7F}"/>
              </a:ext>
            </a:extLst>
          </p:cNvPr>
          <p:cNvPicPr>
            <a:picLocks noChangeAspect="1"/>
          </p:cNvPicPr>
          <p:nvPr/>
        </p:nvPicPr>
        <p:blipFill>
          <a:blip r:embed="rId2"/>
          <a:stretch>
            <a:fillRect/>
          </a:stretch>
        </p:blipFill>
        <p:spPr>
          <a:xfrm>
            <a:off x="207818" y="357175"/>
            <a:ext cx="11700403" cy="6143650"/>
          </a:xfrm>
          <a:prstGeom prst="rect">
            <a:avLst/>
          </a:prstGeom>
        </p:spPr>
      </p:pic>
    </p:spTree>
    <p:extLst>
      <p:ext uri="{BB962C8B-B14F-4D97-AF65-F5344CB8AC3E}">
        <p14:creationId xmlns:p14="http://schemas.microsoft.com/office/powerpoint/2010/main" val="2111577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52737A3-EED0-FE1C-254A-3DD0C5CB0272}"/>
              </a:ext>
            </a:extLst>
          </p:cNvPr>
          <p:cNvPicPr>
            <a:picLocks noChangeAspect="1"/>
          </p:cNvPicPr>
          <p:nvPr/>
        </p:nvPicPr>
        <p:blipFill>
          <a:blip r:embed="rId2"/>
          <a:stretch>
            <a:fillRect/>
          </a:stretch>
        </p:blipFill>
        <p:spPr>
          <a:xfrm>
            <a:off x="342900" y="361890"/>
            <a:ext cx="11565321" cy="6134219"/>
          </a:xfrm>
          <a:prstGeom prst="rect">
            <a:avLst/>
          </a:prstGeom>
        </p:spPr>
      </p:pic>
    </p:spTree>
    <p:extLst>
      <p:ext uri="{BB962C8B-B14F-4D97-AF65-F5344CB8AC3E}">
        <p14:creationId xmlns:p14="http://schemas.microsoft.com/office/powerpoint/2010/main" val="2195650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F29213D-2581-AE9A-40DA-CD3A5326882F}"/>
              </a:ext>
            </a:extLst>
          </p:cNvPr>
          <p:cNvPicPr>
            <a:picLocks noChangeAspect="1"/>
          </p:cNvPicPr>
          <p:nvPr/>
        </p:nvPicPr>
        <p:blipFill>
          <a:blip r:embed="rId2"/>
          <a:stretch>
            <a:fillRect/>
          </a:stretch>
        </p:blipFill>
        <p:spPr>
          <a:xfrm>
            <a:off x="342900" y="344468"/>
            <a:ext cx="11680934" cy="6169063"/>
          </a:xfrm>
          <a:prstGeom prst="rect">
            <a:avLst/>
          </a:prstGeom>
        </p:spPr>
      </p:pic>
    </p:spTree>
    <p:extLst>
      <p:ext uri="{BB962C8B-B14F-4D97-AF65-F5344CB8AC3E}">
        <p14:creationId xmlns:p14="http://schemas.microsoft.com/office/powerpoint/2010/main" val="3409456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4F9CDA-DE9E-8BEA-FFEE-237770332B8C}"/>
              </a:ext>
            </a:extLst>
          </p:cNvPr>
          <p:cNvPicPr>
            <a:picLocks noChangeAspect="1"/>
          </p:cNvPicPr>
          <p:nvPr/>
        </p:nvPicPr>
        <p:blipFill>
          <a:blip r:embed="rId2"/>
          <a:stretch>
            <a:fillRect/>
          </a:stretch>
        </p:blipFill>
        <p:spPr>
          <a:xfrm>
            <a:off x="189185" y="217436"/>
            <a:ext cx="11771587" cy="6143650"/>
          </a:xfrm>
          <a:prstGeom prst="rect">
            <a:avLst/>
          </a:prstGeom>
        </p:spPr>
      </p:pic>
    </p:spTree>
    <p:extLst>
      <p:ext uri="{BB962C8B-B14F-4D97-AF65-F5344CB8AC3E}">
        <p14:creationId xmlns:p14="http://schemas.microsoft.com/office/powerpoint/2010/main" val="1169627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workflow -</a:t>
            </a:r>
            <a:endParaRPr sz="2400" b="1" i="0" u="none" strike="noStrike" cap="none">
              <a:solidFill>
                <a:srgbClr val="000000"/>
              </a:solidFill>
              <a:latin typeface="Arial"/>
              <a:ea typeface="Arial"/>
              <a:cs typeface="Arial"/>
              <a:sym typeface="Arial"/>
            </a:endParaRPr>
          </a:p>
        </p:txBody>
      </p:sp>
      <p:pic>
        <p:nvPicPr>
          <p:cNvPr id="8" name="Picture 7">
            <a:extLst>
              <a:ext uri="{FF2B5EF4-FFF2-40B4-BE49-F238E27FC236}">
                <a16:creationId xmlns:a16="http://schemas.microsoft.com/office/drawing/2014/main" id="{3B8DFB67-8709-0332-373C-D94AB8ED1623}"/>
              </a:ext>
            </a:extLst>
          </p:cNvPr>
          <p:cNvPicPr>
            <a:picLocks noChangeAspect="1"/>
          </p:cNvPicPr>
          <p:nvPr/>
        </p:nvPicPr>
        <p:blipFill>
          <a:blip r:embed="rId3"/>
          <a:stretch>
            <a:fillRect/>
          </a:stretch>
        </p:blipFill>
        <p:spPr>
          <a:xfrm>
            <a:off x="537591" y="914400"/>
            <a:ext cx="10916970" cy="571544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a:solidFill>
                  <a:schemeClr val="dk1"/>
                </a:solidFill>
                <a:latin typeface="Calibri"/>
                <a:ea typeface="Calibri"/>
                <a:cs typeface="Calibri"/>
                <a:sym typeface="Calibri"/>
              </a:rPr>
              <a:t>Architecture blueprint</a:t>
            </a:r>
            <a:endParaRPr sz="2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3EE413B5-52D7-FBF0-AD71-6AB0CCDDCEE6}"/>
              </a:ext>
            </a:extLst>
          </p:cNvPr>
          <p:cNvPicPr>
            <a:picLocks noChangeAspect="1"/>
          </p:cNvPicPr>
          <p:nvPr/>
        </p:nvPicPr>
        <p:blipFill>
          <a:blip r:embed="rId3"/>
          <a:stretch>
            <a:fillRect/>
          </a:stretch>
        </p:blipFill>
        <p:spPr>
          <a:xfrm>
            <a:off x="537590" y="665018"/>
            <a:ext cx="10701910" cy="605109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8" name="Google Shape;138;p9"/>
          <p:cNvSpPr txBox="1"/>
          <p:nvPr/>
        </p:nvSpPr>
        <p:spPr>
          <a:xfrm>
            <a:off x="475488" y="283464"/>
            <a:ext cx="931773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Role of Agentic AI in the solution </a:t>
            </a:r>
            <a:endParaRPr sz="2800" b="1" i="0" u="none" strike="noStrike" cap="none" dirty="0">
              <a:solidFill>
                <a:srgbClr val="000000"/>
              </a:solidFill>
              <a:latin typeface="Arial"/>
              <a:ea typeface="Arial"/>
              <a:cs typeface="Arial"/>
              <a:sym typeface="Arial"/>
            </a:endParaRPr>
          </a:p>
        </p:txBody>
      </p:sp>
      <p:sp>
        <p:nvSpPr>
          <p:cNvPr id="139" name="Google Shape;139;p9"/>
          <p:cNvSpPr txBox="1"/>
          <p:nvPr/>
        </p:nvSpPr>
        <p:spPr>
          <a:xfrm>
            <a:off x="475488" y="806644"/>
            <a:ext cx="7552944" cy="5940047"/>
          </a:xfrm>
          <a:prstGeom prst="rect">
            <a:avLst/>
          </a:prstGeom>
          <a:noFill/>
          <a:ln>
            <a:noFill/>
          </a:ln>
        </p:spPr>
        <p:txBody>
          <a:bodyPr spcFirstLastPara="1" wrap="square" lIns="91425" tIns="45700" rIns="91425" bIns="45700" anchor="t" anchorCtr="0">
            <a:spAutoFit/>
          </a:bodyPr>
          <a:lstStyle/>
          <a:p>
            <a:r>
              <a:rPr lang="en-US" sz="2000" b="1" dirty="0"/>
              <a:t>Role of Agentic AI in Interview Trainer Agent</a:t>
            </a:r>
            <a:endParaRPr lang="en-IN" sz="2000" b="1" dirty="0"/>
          </a:p>
          <a:p>
            <a:r>
              <a:rPr lang="en-US" sz="2000" dirty="0"/>
              <a:t>Agentic AI enables the Interview Trainer Agent to work as an intelligent, autonomous system rather than a simple chatbot. Using IBM watsonx.ai and IBM Granite Models, it coordinates multiple specialized AI agents to provide personalized interview preparation.</a:t>
            </a:r>
            <a:endParaRPr lang="en-IN" sz="2000" dirty="0"/>
          </a:p>
          <a:p>
            <a:r>
              <a:rPr lang="en-US" sz="2000" dirty="0"/>
              <a:t>Agentic AI understands the user’s resume, skills, experience level, and target job role to generate personalized interview questions and preparation strategies. It also adapts in real time by improving recommendations based on the user’s performance during mock interviews.</a:t>
            </a:r>
            <a:endParaRPr lang="en-IN" sz="2000" dirty="0"/>
          </a:p>
          <a:p>
            <a:r>
              <a:rPr lang="en-US" sz="2000" dirty="0"/>
              <a:t>Overall, Agentic AI makes the Interview Trainer Agent proactive, personalized, and goal-oriented, acting like a smart virtual interview coach that helps users improve their skills, build confidence, and increase their chances of success in job interviews.</a:t>
            </a:r>
            <a:endParaRPr lang="en-IN" sz="2000" dirty="0"/>
          </a:p>
          <a:p>
            <a:r>
              <a:rPr lang="en-US" sz="2000" dirty="0"/>
              <a:t> </a:t>
            </a:r>
            <a:endParaRPr lang="en-IN" sz="2000" dirty="0"/>
          </a:p>
          <a:p>
            <a:r>
              <a:rPr lang="en-US" sz="2000" dirty="0"/>
              <a:t> </a:t>
            </a:r>
            <a:endParaRPr lang="en-IN" sz="2000" dirty="0"/>
          </a:p>
          <a:p>
            <a:r>
              <a:rPr lang="en-US" sz="2000" dirty="0"/>
              <a:t> </a:t>
            </a:r>
            <a:endParaRPr lang="en-IN"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Novelty and Uniqueness</a:t>
            </a:r>
            <a:endParaRPr sz="2400" b="1" i="0" u="none" strike="noStrike" cap="none">
              <a:solidFill>
                <a:srgbClr val="000000"/>
              </a:solidFill>
              <a:latin typeface="Arial"/>
              <a:ea typeface="Arial"/>
              <a:cs typeface="Arial"/>
              <a:sym typeface="Arial"/>
            </a:endParaRPr>
          </a:p>
        </p:txBody>
      </p:sp>
      <p:sp>
        <p:nvSpPr>
          <p:cNvPr id="158" name="Google Shape;158;p40"/>
          <p:cNvSpPr txBox="1"/>
          <p:nvPr/>
        </p:nvSpPr>
        <p:spPr>
          <a:xfrm>
            <a:off x="777240" y="1207008"/>
            <a:ext cx="11301984" cy="5324494"/>
          </a:xfrm>
          <a:prstGeom prst="rect">
            <a:avLst/>
          </a:prstGeom>
          <a:noFill/>
          <a:ln>
            <a:noFill/>
          </a:ln>
        </p:spPr>
        <p:txBody>
          <a:bodyPr spcFirstLastPara="1" wrap="square" lIns="91425" tIns="45700" rIns="91425" bIns="45700" anchor="t" anchorCtr="0">
            <a:spAutoFit/>
          </a:bodyPr>
          <a:lstStyle/>
          <a:p>
            <a:r>
              <a:rPr lang="en-US" sz="2000" b="1" dirty="0"/>
              <a:t>Novelty and Uniqueness – Interview Trainer Agent</a:t>
            </a:r>
            <a:endParaRPr lang="en-IN" sz="2000" b="1" dirty="0"/>
          </a:p>
          <a:p>
            <a:pPr marL="342900" indent="-342900">
              <a:buFont typeface="Arial" panose="020B0604020202020204" pitchFamily="34" charset="0"/>
              <a:buChar char="•"/>
            </a:pPr>
            <a:r>
              <a:rPr lang="en-US" sz="2000" dirty="0"/>
              <a:t>The proposed Interview Trainer Agent stands out by combining Agentic AI, RAG, and personalized interview coaching into a single intelligent system.</a:t>
            </a:r>
            <a:endParaRPr lang="en-IN" sz="2000" dirty="0"/>
          </a:p>
          <a:p>
            <a:pPr marL="342900" indent="-342900">
              <a:buFont typeface="Arial" panose="020B0604020202020204" pitchFamily="34" charset="0"/>
              <a:buChar char="•"/>
            </a:pPr>
            <a:r>
              <a:rPr lang="en-US" sz="2000" dirty="0"/>
              <a:t>Multi-Agent Intelligence – Multiple AI agents work together to generate questions, evaluate answers, and provide interview guidance instead of functioning as a simple chatbot.</a:t>
            </a:r>
            <a:endParaRPr lang="en-IN" sz="2000" dirty="0"/>
          </a:p>
          <a:p>
            <a:pPr marL="342900" indent="-342900">
              <a:buFont typeface="Arial" panose="020B0604020202020204" pitchFamily="34" charset="0"/>
              <a:buChar char="•"/>
            </a:pPr>
            <a:r>
              <a:rPr lang="en-US" sz="2000" dirty="0"/>
              <a:t>RAG-Based Accuracy – Retrieves interview questions, company hiring trends, and industry expectations from trusted sources to provide accurate and up-to-date preparation.</a:t>
            </a:r>
            <a:endParaRPr lang="en-IN" sz="2000" dirty="0"/>
          </a:p>
          <a:p>
            <a:pPr marL="342900" indent="-342900">
              <a:buFont typeface="Arial" panose="020B0604020202020204" pitchFamily="34" charset="0"/>
              <a:buChar char="•"/>
            </a:pPr>
            <a:r>
              <a:rPr lang="en-US" sz="2000" dirty="0"/>
              <a:t>Personalized Interview Preparation – Generates customized interview questions and preparation plans based on the user’s resume, skills, experience, and target job role.</a:t>
            </a:r>
            <a:endParaRPr lang="en-IN" sz="2000" dirty="0"/>
          </a:p>
          <a:p>
            <a:pPr marL="342900" indent="-342900">
              <a:buFont typeface="Arial" panose="020B0604020202020204" pitchFamily="34" charset="0"/>
              <a:buChar char="•"/>
            </a:pPr>
            <a:r>
              <a:rPr lang="en-US" sz="2000" dirty="0"/>
              <a:t>Real-Time Feedback – Evaluates user responses instantly and provides scores, model answers, and suggestions for improvement.</a:t>
            </a:r>
            <a:endParaRPr lang="en-IN" sz="2000" dirty="0"/>
          </a:p>
          <a:p>
            <a:pPr marL="342900" indent="-342900">
              <a:buFont typeface="Arial" panose="020B0604020202020204" pitchFamily="34" charset="0"/>
              <a:buChar char="•"/>
            </a:pPr>
            <a:r>
              <a:rPr lang="en-US" sz="2000" dirty="0"/>
              <a:t>Comprehensive Interview Support – Covers technical, HR, behavioral, aptitude, and communication skills in one platform.</a:t>
            </a:r>
            <a:endParaRPr lang="en-IN" sz="2000" dirty="0"/>
          </a:p>
          <a:p>
            <a:pPr marL="342900" indent="-342900">
              <a:buFont typeface="Arial" panose="020B0604020202020204" pitchFamily="34" charset="0"/>
              <a:buChar char="•"/>
            </a:pPr>
            <a:r>
              <a:rPr lang="en-US" sz="2000" dirty="0"/>
              <a:t>Mock Interview Experience – Simulates real interview scenarios to improve confidence and interview performance.</a:t>
            </a:r>
            <a:endParaRPr lang="en-IN" sz="2000" dirty="0"/>
          </a:p>
          <a:p>
            <a:pPr marL="342900" indent="-342900">
              <a:buFont typeface="Arial" panose="020B0604020202020204" pitchFamily="34" charset="0"/>
              <a:buChar char="•"/>
            </a:pPr>
            <a:r>
              <a:rPr lang="en-US" sz="2000" dirty="0"/>
              <a:t>This makes the solution a smart, adaptive, and personalized virtual interview coach rather than just a question-and-answer chatbot.</a:t>
            </a:r>
            <a:endParaRPr lang="en-IN"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i="0" u="none" strike="noStrike" cap="none" dirty="0">
                <a:solidFill>
                  <a:srgbClr val="000000"/>
                </a:solidFill>
                <a:latin typeface="Arial"/>
                <a:ea typeface="Arial"/>
                <a:cs typeface="Arial"/>
                <a:sym typeface="Arial"/>
              </a:rPr>
              <a:t>Git Hub Link</a:t>
            </a:r>
            <a:endParaRPr sz="2800" b="1" i="0" u="none" strike="noStrike" cap="none" dirty="0">
              <a:solidFill>
                <a:srgbClr val="000000"/>
              </a:solidFill>
              <a:latin typeface="Arial"/>
              <a:ea typeface="Arial"/>
              <a:cs typeface="Arial"/>
              <a:sym typeface="Arial"/>
            </a:endParaRPr>
          </a:p>
        </p:txBody>
      </p:sp>
      <p:sp>
        <p:nvSpPr>
          <p:cNvPr id="164" name="Google Shape;164;p41"/>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000" b="0" i="0" u="none" strike="noStrike" cap="none" dirty="0" err="1">
                <a:solidFill>
                  <a:srgbClr val="2B3541"/>
                </a:solidFill>
                <a:latin typeface="+mn-lt"/>
                <a:ea typeface="Times New Roman"/>
                <a:cs typeface="Times New Roman"/>
                <a:sym typeface="Times New Roman"/>
              </a:rPr>
              <a:t>Github</a:t>
            </a:r>
            <a:r>
              <a:rPr lang="en-US" sz="2000" b="0" i="0" u="none" strike="noStrike" cap="none" dirty="0">
                <a:solidFill>
                  <a:srgbClr val="2B3541"/>
                </a:solidFill>
                <a:latin typeface="+mn-lt"/>
                <a:ea typeface="Times New Roman"/>
                <a:cs typeface="Times New Roman"/>
                <a:sym typeface="Times New Roman"/>
              </a:rPr>
              <a:t> URL –</a:t>
            </a:r>
            <a:r>
              <a:rPr lang="en-US" sz="2000" dirty="0">
                <a:latin typeface="+mn-lt"/>
                <a:ea typeface="Times New Roman"/>
                <a:cs typeface="Times New Roman"/>
                <a:sym typeface="Times New Roman"/>
              </a:rPr>
              <a:t>  </a:t>
            </a:r>
            <a:r>
              <a:rPr lang="en-US" sz="2000" dirty="0">
                <a:latin typeface="+mn-lt"/>
                <a:ea typeface="Times New Roman"/>
                <a:cs typeface="Times New Roman"/>
                <a:sym typeface="Times New Roman"/>
                <a:hlinkClick r:id="rId3"/>
              </a:rPr>
              <a:t>https://github.com/msucharitha2007-wq/Interview-Trainer</a:t>
            </a:r>
            <a:endParaRPr sz="2000" dirty="0">
              <a:latin typeface="+mn-lt"/>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3" name="Google Shape;173;p42"/>
          <p:cNvSpPr/>
          <p:nvPr/>
        </p:nvSpPr>
        <p:spPr>
          <a:xfrm>
            <a:off x="1072055" y="1044263"/>
            <a:ext cx="10279116" cy="5813737"/>
          </a:xfrm>
          <a:prstGeom prst="rect">
            <a:avLst/>
          </a:prstGeom>
          <a:noFill/>
          <a:ln>
            <a:noFill/>
          </a:ln>
        </p:spPr>
        <p:txBody>
          <a:bodyPr spcFirstLastPara="1" wrap="square" lIns="0" tIns="0" rIns="0" bIns="0" anchor="t" anchorCtr="0">
            <a:noAutofit/>
          </a:bodyPr>
          <a:lstStyle/>
          <a:p>
            <a:r>
              <a:rPr lang="en-US" sz="2000" b="1" dirty="0"/>
              <a:t>Future Scope – Interview Trainer Agent</a:t>
            </a:r>
            <a:endParaRPr lang="en-IN" sz="2000" b="1" dirty="0"/>
          </a:p>
          <a:p>
            <a:pPr marL="457200" lvl="0" indent="-457200">
              <a:buFont typeface="+mj-lt"/>
              <a:buAutoNum type="arabicPeriod"/>
            </a:pPr>
            <a:r>
              <a:rPr lang="en-US" sz="2000" dirty="0"/>
              <a:t>AI-Powered Voice Mock Interviews –</a:t>
            </a:r>
            <a:endParaRPr lang="en-IN" sz="2000" dirty="0"/>
          </a:p>
          <a:p>
            <a:pPr lvl="0"/>
            <a:r>
              <a:rPr lang="en-IN" sz="2000" dirty="0"/>
              <a:t>     </a:t>
            </a:r>
            <a:r>
              <a:rPr lang="en-US" sz="2000" dirty="0"/>
              <a:t>The system can be enhanced with voice-based mock interviews, where users answer questions verbally. AI can evaluate communication skills, pronunciation, fluency, confidence, and speaking pace to provide detailed feedback.</a:t>
            </a:r>
            <a:endParaRPr lang="en-IN" sz="2000" dirty="0"/>
          </a:p>
          <a:p>
            <a:pPr lvl="0"/>
            <a:endParaRPr lang="en-IN" sz="2000" dirty="0"/>
          </a:p>
          <a:p>
            <a:pPr lvl="0"/>
            <a:r>
              <a:rPr lang="en-IN" sz="2000" dirty="0"/>
              <a:t>2.   </a:t>
            </a:r>
            <a:r>
              <a:rPr lang="en-US" sz="2000" dirty="0"/>
              <a:t>Company-Specific &amp; Multilingual Interview Support –</a:t>
            </a:r>
            <a:endParaRPr lang="en-IN" sz="2000" dirty="0"/>
          </a:p>
          <a:p>
            <a:r>
              <a:rPr lang="en-US" sz="2000" dirty="0"/>
              <a:t>     The agent can be expanded to provide interview preparation for specific companies by using company interview patterns and recent hiring trends. It can also support multiple languages, allowing users to practice interviews in their preferred language and making the platform more accessible to a wider audience.</a:t>
            </a:r>
          </a:p>
          <a:p>
            <a:endParaRPr lang="en-US" sz="2000" dirty="0"/>
          </a:p>
          <a:p>
            <a:endParaRPr lang="en-IN" sz="2000" dirty="0"/>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C5FF6C82-B2E9-A479-4956-A1F7315313A6}"/>
              </a:ext>
            </a:extLst>
          </p:cNvPr>
          <p:cNvPicPr>
            <a:picLocks noChangeAspect="1"/>
          </p:cNvPicPr>
          <p:nvPr/>
        </p:nvPicPr>
        <p:blipFill>
          <a:blip r:embed="rId3"/>
          <a:stretch>
            <a:fillRect/>
          </a:stretch>
        </p:blipFill>
        <p:spPr>
          <a:xfrm>
            <a:off x="819807" y="884488"/>
            <a:ext cx="10205545" cy="576613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4EAB3D57-B3EB-BB02-B065-7FE57EA856C8}"/>
              </a:ext>
            </a:extLst>
          </p:cNvPr>
          <p:cNvPicPr>
            <a:picLocks noChangeAspect="1"/>
          </p:cNvPicPr>
          <p:nvPr/>
        </p:nvPicPr>
        <p:blipFill>
          <a:blip r:embed="rId3"/>
          <a:stretch>
            <a:fillRect/>
          </a:stretch>
        </p:blipFill>
        <p:spPr>
          <a:xfrm>
            <a:off x="908913" y="903499"/>
            <a:ext cx="10374173" cy="583113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TotalTime>
  <Words>1200</Words>
  <Application>Microsoft Office PowerPoint</Application>
  <PresentationFormat>Widescreen</PresentationFormat>
  <Paragraphs>106</Paragraphs>
  <Slides>21</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Manti Sucharitha</cp:lastModifiedBy>
  <cp:revision>12</cp:revision>
  <dcterms:created xsi:type="dcterms:W3CDTF">2025-07-08T05:06:56Z</dcterms:created>
  <dcterms:modified xsi:type="dcterms:W3CDTF">2026-07-09T06:18:22Z</dcterms:modified>
</cp:coreProperties>
</file>